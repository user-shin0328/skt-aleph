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1031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수험생 맞춤형 자격증 시험 스케줄링 SaaS 웹 앱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Malgun Gothic"/>
              </a:defRPr>
            </a:pPr>
            <a:r>
              <a:t>시험일까지의 기간을 역산하여 3단계 맞춤 커리큘럼을 자동 편성하고 지연 일정을 능동 재배치하는 스마트 학습 솔루션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66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350" b="1">
                <a:solidFill>
                  <a:srgbClr val="2563EB"/>
                </a:solidFill>
                <a:latin typeface="Malgun Gothic"/>
              </a:defRPr>
            </a:pPr>
            <a:r>
              <a:t>[기획 의도] 개발 배경 및 핵심 가치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수험 일정 실패 방지: 시험일까지 쉬는 날을 제외한 '순수 유효 학습일' 자동 역산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3대 자격증 커리큘럼 표준화: 정보처리기사, 정보보안기사, 전기기사 정규 5개 과목 완비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작심삼일 극복: 미완료 학습을 다가오는 휴식일 또는 잔여 일정에 자동 만회·재분배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Malgun Gothic"/>
              </a:defRPr>
            </a:pPr>
            <a:r>
              <a:t>대상: 자격증 수험생 전체  |  기대효과: 완주율 극대화 및 학습 스트레스 감소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03120"/>
            <a:ext cx="5166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350" b="1">
                <a:solidFill>
                  <a:srgbClr val="4F46E5"/>
                </a:solidFill>
                <a:latin typeface="Malgun Gothic"/>
              </a:defRPr>
            </a:pPr>
            <a:r>
              <a:t>[프론트엔드] 반응형 UI &amp; 인터랙션 스킬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7:5 반응형 스플릿 레이아웃: 대형 월간 캘린더와 우측 Sticky 일일 상세 패널 동기화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Tailwind CSS &amp; 모던 스타일: 정기 휴식일 스트라이프 패턴 및 과목별 테마 뱃지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즉각적 반응성: 체크박스 완료 토글, 회독수 증감(-1/+1) 시 낙관적 UI 업데이트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Malgun Gothic"/>
              </a:defRPr>
            </a:pPr>
            <a:r>
              <a:t>기술 스택: HTML5, Tailwind CSS, JavaScript (ES6+), React/Next.js 컴포넌트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166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350" b="1">
                <a:solidFill>
                  <a:srgbClr val="D97706"/>
                </a:solidFill>
                <a:latin typeface="Malgun Gothic"/>
              </a:defRPr>
            </a:pPr>
            <a:r>
              <a:t>[알고리즘] 가중치 스케줄링 &amp; 지연 복구 엔진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난이도×출제빈도 가중치: 과목 난이도(상/중/하)와 기출빈출(★) 점수 기반 학습량 산출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• 3단계 역산 로드맵: 1단계 개념(50%) ▶ 2단계 압축(30%) ▶ 3단계 기출파이널(20%)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스마트 재배치 모드: [휴식일 보충일 전환] 또는 [잔여 기간 균등 분할] 선택 지원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Malgun Gothic"/>
              </a:defRPr>
            </a:pPr>
            <a:r>
              <a:t>핵심 로직: 가중치 역산 엔진  |  안전 장치: 회독수 최소 1회독 방어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297680"/>
            <a:ext cx="51663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>
              <a:defRPr sz="1350" b="1">
                <a:solidFill>
                  <a:srgbClr val="059669"/>
                </a:solidFill>
                <a:latin typeface="Malgun Gothic"/>
              </a:defRPr>
            </a:pPr>
            <a:r>
              <a:t>[데이터/인프라] 영속성 보관함 &amp; 배포 파이프라인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다중 스케줄 보관함: 브라우저 로컬 저장소에 자격증별 다중 일정 보관 및 즉시 복원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JSON 백업/가져오기: 기기 간 스케줄 파일 다운로드/업로드 및 영구 보관 지원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클라우드 CI/CD: Vercel Serverless 글로벌 배포 및 GitHub 자동 연동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Malgun Gothic"/>
              </a:defRPr>
            </a:pPr>
            <a:r>
              <a:t>저장: LocalStorage &amp; JSON Blob  |  배포: https://skt-aleph-gilt.vercel.app/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웹 앱 주소: https://skt-aleph-gilt.vercel.app/certiflow.html   |   GitHub: https://github.com/User-shin0328/skt-aleph   |   슬라이드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10312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PAGE FUNCTION &amp; UI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CertiFlow 실제 서비스 화면 및 주요 기능 안내</a:t>
            </a:r>
          </a:p>
        </p:txBody>
      </p:sp>
      <p:pic>
        <p:nvPicPr>
          <p:cNvPr id="4" name="Picture 3" descr="screenshot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766560" cy="44405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463040"/>
            <a:ext cx="3703320" cy="10789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[1] 상단 단일행 제어 &amp; 저장 바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자격증 실시간 검색 (미지원 자격증 엄격 필터링)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3대 자격증(정보처리/보안/전기) 원클릭 전환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 스케줄 브라우저 저장 &amp; 다중 보관함/JSON 백업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2651760"/>
            <a:ext cx="3703320" cy="10789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4F46E5"/>
                </a:solidFill>
                <a:latin typeface="Malgun Gothic"/>
              </a:defRPr>
            </a:pPr>
            <a:r>
              <a:t>[2] 대형 인터랙티브 캘린더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시험일 역산 3단계 로드맵 (개념 ▶ 핵심회독 ▶ 기출)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커피/연필 아이콘 클릭 시 쉬는 날 즉시 재배치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과목별 테마 컬러 및 단원별 난이도 뱃지 표기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840480"/>
            <a:ext cx="3703320" cy="10789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D97706"/>
                </a:solidFill>
                <a:latin typeface="Malgun Gothic"/>
              </a:defRPr>
            </a:pPr>
            <a:r>
              <a:t>[3] 스마트 지연 재조정 알림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어제 완료하지 못한 밀린 과제 자동 감지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[휴식일 보충일 전환] 또는 [잔여 기간 균등 분할]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수험생의 학습 스트레스 없는 유연한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5029200"/>
            <a:ext cx="3703320" cy="10789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059669"/>
                </a:solidFill>
                <a:latin typeface="Malgun Gothic"/>
              </a:defRPr>
            </a:pPr>
            <a:r>
              <a:t>[4] 일자별 상세 학습 패널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당일 진도율 실시간 프로그레스 바 연동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단원별 난이도(상/중/하) 및 빈출도(★) 점수 표기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-1회독 / +1회독 카운터 &amp; 핵심 암기 아코디언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웹 앱 주소: https://skt-aleph-gilt.vercel.app/certiflow.html   |   GitHub: https://github.com/User-shin0328/skt-aleph   |   슬라이드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